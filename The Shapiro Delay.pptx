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87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0" y="9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72F9E-49B8-40BF-A764-F3E68FAB1A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FBB617-FB05-412A-99B0-CCAE0E778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E46C3D-9A6C-4B8D-A81C-B1A206946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BD304-4FA8-44A0-8565-0ECBBC742C1E}" type="datetimeFigureOut">
              <a:rPr lang="en-GB" smtClean="0"/>
              <a:t>19/03/2022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86DAF3-98B7-4BEB-9AE4-34FF93A9E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CF5954-F799-450C-A85A-DF13A71F7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82620-B1E5-4A89-B52E-8C5D873123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7958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F103D-9C5D-4F4A-A512-A603EF661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AB08F-3F81-4288-BD58-BE3215DBC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6584C-E179-4F13-934D-4DE473329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BD304-4FA8-44A0-8565-0ECBBC742C1E}" type="datetimeFigureOut">
              <a:rPr lang="en-GB" smtClean="0"/>
              <a:t>19/03/2022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D2394-0B15-41F7-8BDD-6EE8A1031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491667-7911-4791-B1A1-D803EA5C8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82620-B1E5-4A89-B52E-8C5D873123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933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0FAE2-594C-4603-B81E-3D12B2151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80BFD-C9A6-49F4-ADB1-D692529A7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DA061-DE4E-4E4D-8D1D-B9374129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BD304-4FA8-44A0-8565-0ECBBC742C1E}" type="datetimeFigureOut">
              <a:rPr lang="en-GB" smtClean="0"/>
              <a:t>19/03/2022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1C825D-CE24-4326-9226-0E861EF57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B6192-592F-485B-8C98-0B279D3F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82620-B1E5-4A89-B52E-8C5D873123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120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6B286-ECCE-48CF-966D-B5E268C3C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93F3B-BDF4-424E-B540-86F2D9ABF8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7E9A2-9579-487B-90B4-295A9E646A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4797D6-CA1C-4A5E-A901-5F71BB1F9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BD304-4FA8-44A0-8565-0ECBBC742C1E}" type="datetimeFigureOut">
              <a:rPr lang="en-GB" smtClean="0"/>
              <a:t>19/03/2022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7782AE-F3B1-46B6-A0EE-954342113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8AF0F6-7C39-49DC-A48A-2DBA6227B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82620-B1E5-4A89-B52E-8C5D873123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30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7A6CF-8AE0-4BE0-82CF-2D64CF3D9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0C8CF1-C23B-4138-AA28-525B6F200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621114-0884-48B4-A710-5093770618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8BE0C-F24C-44D6-8B9F-804CFB4AD4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631B2E-5763-44E2-8071-4A4A46430F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C58F8E-FE7A-49BA-A3EF-0E43B7DD8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BD304-4FA8-44A0-8565-0ECBBC742C1E}" type="datetimeFigureOut">
              <a:rPr lang="en-GB" smtClean="0"/>
              <a:t>19/03/2022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240E2-F0DC-45CF-9EFD-B9AD17FF6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89C7DA-EEA4-44AD-8DE5-B9F3175F9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82620-B1E5-4A89-B52E-8C5D873123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0935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CC314-2F44-4F26-80FC-16BEB31D7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CA6DAE-1D81-4609-8B6C-7C6631257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BD304-4FA8-44A0-8565-0ECBBC742C1E}" type="datetimeFigureOut">
              <a:rPr lang="en-GB" smtClean="0"/>
              <a:t>19/03/2022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74794-6660-4507-8B92-211479AAF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6784CF-D454-450D-9A9B-E9BD116B4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82620-B1E5-4A89-B52E-8C5D873123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719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34C0A2-1FA5-4857-B3B2-7389A4C8E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BD304-4FA8-44A0-8565-0ECBBC742C1E}" type="datetimeFigureOut">
              <a:rPr lang="en-GB" smtClean="0"/>
              <a:t>19/03/2022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A7487-8254-4D03-B571-F08FEA2CE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6B7947-A2E4-41D1-A76D-E93F4D357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82620-B1E5-4A89-B52E-8C5D873123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733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DE5A7-DD0E-4527-B4A6-C48DCA0A9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7BE79-B600-45CD-8FB6-A7BAEE4AF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CDADCC-1296-4709-BC43-60E6241CB7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96C82D-793B-4E50-9B6C-A402E8878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BD304-4FA8-44A0-8565-0ECBBC742C1E}" type="datetimeFigureOut">
              <a:rPr lang="en-GB" smtClean="0"/>
              <a:t>19/03/2022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499373-C117-4A93-80AF-3B5D52727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E7FFC8-41A7-473B-A0B5-A205D7663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82620-B1E5-4A89-B52E-8C5D873123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7183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973FA-3AF7-484E-B351-084977C7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29404F-9BD1-4216-8D56-C426C6AF01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929664-89DE-47DA-A89D-79C93C13C2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8624AA-E4AC-4014-AEAD-61DCA429B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BD304-4FA8-44A0-8565-0ECBBC742C1E}" type="datetimeFigureOut">
              <a:rPr lang="en-GB" smtClean="0"/>
              <a:t>19/03/2022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965A75-507A-4F4F-9FC6-63212ED86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343A40-E8F8-4054-B95D-ED0AACA1F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82620-B1E5-4A89-B52E-8C5D873123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76481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00585-52BD-4520-B9AA-97C05AF11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673187-A323-4C7E-8109-3A7E8F4D04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A4CEAE-B2CE-4CF4-A1DA-700BC8F21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BD304-4FA8-44A0-8565-0ECBBC742C1E}" type="datetimeFigureOut">
              <a:rPr lang="en-GB" smtClean="0"/>
              <a:t>19/03/2022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CE148-BF52-4456-A663-718DE4DE7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3F434-93AE-4C2F-B9DA-797C5C062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82620-B1E5-4A89-B52E-8C5D873123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73332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C24D90-A707-4954-8621-97C4178E20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8B9D4F-74A2-4D64-9040-6AD866563A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F23738-52A0-44ED-AD7D-F915B6D1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BD304-4FA8-44A0-8565-0ECBBC742C1E}" type="datetimeFigureOut">
              <a:rPr lang="en-GB" smtClean="0"/>
              <a:t>19/03/2022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B44B2-C180-4791-A592-6A661C41F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4E784-9D77-4CBF-A4DB-3A42520E9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82620-B1E5-4A89-B52E-8C5D873123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1964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544974-A78D-422D-9427-B49CB808C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D3AD60-18BD-4AF0-AEE2-2282785615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1CEDCC-FF79-4DE1-B997-D6AEAD9620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BBD304-4FA8-44A0-8565-0ECBBC742C1E}" type="datetimeFigureOut">
              <a:rPr lang="en-GB" smtClean="0"/>
              <a:t>19/03/2022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71AB6-7754-4FC7-BF9A-DBA2AF21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74F95-B5D0-4660-9EE8-77E5FB291A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582620-B1E5-4A89-B52E-8C5D873123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1163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2C232-E622-47EF-8F50-BEB952F93F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The Shapiro Delay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3C5D27-C15D-4485-A78F-3A85487B89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272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2EE0B-8FDC-4B28-BA1D-961E196D5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the Shapiro Delay?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F9721-A31E-4B48-9783-87F3AB6A9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959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wirling meteorite">
            <a:extLst>
              <a:ext uri="{FF2B5EF4-FFF2-40B4-BE49-F238E27FC236}">
                <a16:creationId xmlns:a16="http://schemas.microsoft.com/office/drawing/2014/main" id="{CFFE39CE-C964-731E-9F0E-2FFCBF13049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7" b="12971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9FA867-FFC5-4975-AD91-8E108B4A4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Background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E49E5D-F709-4449-9E39-97D9BE754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5379" y="1065862"/>
            <a:ext cx="5744685" cy="4726276"/>
          </a:xfrm>
        </p:spPr>
        <p:txBody>
          <a:bodyPr anchor="ctr">
            <a:normAutofit/>
          </a:bodyPr>
          <a:lstStyle/>
          <a:p>
            <a:r>
              <a:rPr lang="en-GB" sz="2000" dirty="0">
                <a:solidFill>
                  <a:srgbClr val="FFFFFF"/>
                </a:solidFill>
              </a:rPr>
              <a:t>Neutron stars</a:t>
            </a:r>
          </a:p>
          <a:p>
            <a:r>
              <a:rPr lang="en-GB" sz="2000" dirty="0">
                <a:solidFill>
                  <a:srgbClr val="FFFFFF"/>
                </a:solidFill>
              </a:rPr>
              <a:t>Pulsars</a:t>
            </a:r>
          </a:p>
          <a:p>
            <a:r>
              <a:rPr lang="en-GB" sz="2000" dirty="0">
                <a:solidFill>
                  <a:srgbClr val="FFFFFF"/>
                </a:solidFill>
              </a:rPr>
              <a:t>Times of Arrival (TOA)</a:t>
            </a:r>
          </a:p>
          <a:p>
            <a:r>
              <a:rPr lang="en-GB" sz="2000" dirty="0">
                <a:solidFill>
                  <a:srgbClr val="FFFFFF"/>
                </a:solidFill>
              </a:rPr>
              <a:t>Line of sight (LOS)</a:t>
            </a:r>
          </a:p>
          <a:p>
            <a:r>
              <a:rPr lang="en-GB" sz="2000" dirty="0">
                <a:solidFill>
                  <a:srgbClr val="FFFFFF"/>
                </a:solidFill>
              </a:rPr>
              <a:t>Dispersion Measure (DM)</a:t>
            </a:r>
          </a:p>
          <a:p>
            <a:r>
              <a:rPr lang="en-GB" sz="2000" dirty="0">
                <a:solidFill>
                  <a:srgbClr val="FFFFFF"/>
                </a:solidFill>
              </a:rPr>
              <a:t>Romer Delay</a:t>
            </a:r>
          </a:p>
          <a:p>
            <a:r>
              <a:rPr lang="en-GB" sz="2000" dirty="0">
                <a:solidFill>
                  <a:srgbClr val="FFFFFF"/>
                </a:solidFill>
              </a:rPr>
              <a:t>Einstein Delay</a:t>
            </a:r>
          </a:p>
          <a:p>
            <a:endParaRPr lang="en-GB" sz="2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99213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1C669EFC3798A4D894A83C1EEF93E49" ma:contentTypeVersion="11" ma:contentTypeDescription="Create a new document." ma:contentTypeScope="" ma:versionID="2fb4f83c4f9aebf96385597b61e8010e">
  <xsd:schema xmlns:xsd="http://www.w3.org/2001/XMLSchema" xmlns:xs="http://www.w3.org/2001/XMLSchema" xmlns:p="http://schemas.microsoft.com/office/2006/metadata/properties" xmlns:ns3="2adac75b-9e10-4acb-bf78-89491d38a841" xmlns:ns4="e2937630-ee42-45b6-866e-01988b4dbb5f" targetNamespace="http://schemas.microsoft.com/office/2006/metadata/properties" ma:root="true" ma:fieldsID="85cc52aaabc9f5043b02afbabcefa003" ns3:_="" ns4:_="">
    <xsd:import namespace="2adac75b-9e10-4acb-bf78-89491d38a841"/>
    <xsd:import namespace="e2937630-ee42-45b6-866e-01988b4dbb5f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GenerationTime" minOccurs="0"/>
                <xsd:element ref="ns4:MediaServiceEventHashCode" minOccurs="0"/>
                <xsd:element ref="ns4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dac75b-9e10-4acb-bf78-89491d38a84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937630-ee42-45b6-866e-01988b4dbb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0B022A3-3786-4D84-8E22-FE5CA11A42C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adac75b-9e10-4acb-bf78-89491d38a841"/>
    <ds:schemaRef ds:uri="e2937630-ee42-45b6-866e-01988b4dbb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92D4580-E579-42FE-9448-FF2E10C8133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52B5CD-4098-4BCC-BF78-C120FFC3232D}">
  <ds:schemaRefs>
    <ds:schemaRef ds:uri="http://www.w3.org/XML/1998/namespace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microsoft.com/office/2006/metadata/properties"/>
    <ds:schemaRef ds:uri="e2937630-ee42-45b6-866e-01988b4dbb5f"/>
    <ds:schemaRef ds:uri="http://purl.org/dc/dcmitype/"/>
    <ds:schemaRef ds:uri="http://purl.org/dc/terms/"/>
    <ds:schemaRef ds:uri="http://schemas.openxmlformats.org/package/2006/metadata/core-properties"/>
    <ds:schemaRef ds:uri="2adac75b-9e10-4acb-bf78-89491d38a841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34</Words>
  <Application>Microsoft Office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The Shapiro Delay</vt:lpstr>
      <vt:lpstr>What is the Shapiro Delay?</vt:lpstr>
      <vt:lpstr>Background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Shapiro Delay</dc:title>
  <dc:creator>Taylor Rutt (PHY - Student)</dc:creator>
  <cp:lastModifiedBy>Taylor Rutt (PHY - Student)</cp:lastModifiedBy>
  <cp:revision>2</cp:revision>
  <dcterms:created xsi:type="dcterms:W3CDTF">2022-03-19T21:43:06Z</dcterms:created>
  <dcterms:modified xsi:type="dcterms:W3CDTF">2022-03-19T23:11:29Z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0x01010041C669EFC3798A4D894A83C1EEF93E49</vt:lpwstr>
  </property>
</Properties>
</file>